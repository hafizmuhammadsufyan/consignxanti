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raunces Extra Bold" panose="020B0604020202020204" charset="0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960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5837"/>
            <a:ext cx="116508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ConsignX – Courier Management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85342"/>
            <a:ext cx="6648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Smart Logistics &amp; Shipment Tracking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4379833"/>
            <a:ext cx="13042821" cy="963811"/>
          </a:xfrm>
          <a:prstGeom prst="roundRect">
            <a:avLst>
              <a:gd name="adj" fmla="val 21181"/>
            </a:avLst>
          </a:prstGeom>
          <a:solidFill>
            <a:srgbClr val="CCE6D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708684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466332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</a:t>
            </a:r>
            <a:r>
              <a:rPr lang="en-US" sz="1750" b="1" baseline="30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nd</a:t>
            </a:r>
            <a:r>
              <a:rPr lang="en-US" sz="1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Semester Project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4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Team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57895"/>
            <a:ext cx="4196358" cy="3076099"/>
          </a:xfrm>
          <a:prstGeom prst="roundRect">
            <a:avLst>
              <a:gd name="adj" fmla="val 6636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3847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57175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2919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Lead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78238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[Name]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0604" y="528137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Architecture &amp; Development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157895"/>
            <a:ext cx="4196358" cy="3076099"/>
          </a:xfrm>
          <a:prstGeom prst="roundRect">
            <a:avLst>
              <a:gd name="adj" fmla="val 6636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3847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571756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2919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Database Manager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478238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[Name]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443776" y="528137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Structure &amp; Backend Integration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3157895"/>
            <a:ext cx="4196358" cy="3076099"/>
          </a:xfrm>
          <a:prstGeom prst="roundRect">
            <a:avLst>
              <a:gd name="adj" fmla="val 6636"/>
            </a:avLst>
          </a:prstGeom>
          <a:solidFill>
            <a:srgbClr val="E8F3E8"/>
          </a:solidFill>
          <a:ln/>
        </p:spPr>
      </p:sp>
      <p:sp>
        <p:nvSpPr>
          <p:cNvPr id="16" name="Shape 12"/>
          <p:cNvSpPr/>
          <p:nvPr/>
        </p:nvSpPr>
        <p:spPr>
          <a:xfrm>
            <a:off x="9866948" y="338470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571756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66948" y="42919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UI/UX Designer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66948" y="478238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[Name]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866948" y="528137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Interface Design &amp; User Experience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2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courier operations rely heavily on manual processes, creating operational inefficiencies and customer dissatisfaction.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4220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342203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599497"/>
            <a:ext cx="3441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Manual Record Keeping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08991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Organizations struggle with maintaining accurate shipment records without digital systems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4220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342203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599497"/>
            <a:ext cx="33197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 Real-Time Tracking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408991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Customers cannot monitor their packages in transit, leading to uncertainty and frustration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99829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299829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557123"/>
            <a:ext cx="30982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Communication Gaps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604754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interaction between courier services and customers creates service delays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99829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299829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557123"/>
            <a:ext cx="33031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Error-Prone Processes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6047542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data entry and shipment handling increase mistakes and operational costs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701397"/>
            <a:ext cx="5311616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Proposed Solution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3545" y="1842849"/>
            <a:ext cx="4263152" cy="131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ConsignX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comprehensive web-based courier management system that transforms manual operations into automated, efficient workflows.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3545" y="3358158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Benefits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43545" y="3889058"/>
            <a:ext cx="4263152" cy="3569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shipment tracking and record management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status updates for all stakeholders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 customer, shipment, and billing data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Improved operational efficiency and accuracy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Enhanced customer satisfaction through transparency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532715" y="4431387"/>
            <a:ext cx="8361640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48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72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multi-role web application designed to streamline courier operations from dispatch to delivery.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675340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7720" y="3675340"/>
            <a:ext cx="29975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Web-Based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57720" y="4165759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Accessible from any device with internet connectivity, ensuring flexibility and remote management capabilities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675340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823" y="3675340"/>
            <a:ext cx="319468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Complete Courier Management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199823" y="4520089"/>
            <a:ext cx="319468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Handles all aspects of courier operations including tracking, reporting, and shipment lifecycle management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675340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41925" y="36753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Multi-Role System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641925" y="4165759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Three distinct user roles—Admin, Agent, and Customer—each with tailored dashboards and permissions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88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Modules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11229"/>
            <a:ext cx="4196358" cy="4969550"/>
          </a:xfrm>
          <a:prstGeom prst="roundRect">
            <a:avLst>
              <a:gd name="adj" fmla="val 4865"/>
            </a:avLst>
          </a:prstGeom>
          <a:solidFill>
            <a:srgbClr val="438951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438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2928461"/>
            <a:ext cx="3742730" cy="4025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login and security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shipment oversight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Agent creation and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database administration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reports and analytics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status tracking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211229"/>
            <a:ext cx="4196358" cy="4969550"/>
          </a:xfrm>
          <a:prstGeom prst="roundRect">
            <a:avLst>
              <a:gd name="adj" fmla="val 4865"/>
            </a:avLst>
          </a:prstGeom>
          <a:solidFill>
            <a:srgbClr val="4A644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438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Agent Dashboard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2928461"/>
            <a:ext cx="3742730" cy="293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Branch-specific login credentials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new shipments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 branch shipments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View branch status overview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shipment reports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Download tracking documents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211229"/>
            <a:ext cx="4196358" cy="4969550"/>
          </a:xfrm>
          <a:prstGeom prst="roundRect">
            <a:avLst>
              <a:gd name="adj" fmla="val 4865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438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Dashboard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2928461"/>
            <a:ext cx="374273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Account registration and login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shipments by 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View real-time status updates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Print tracking details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delivery history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9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6342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7736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Shipment Tracking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248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updates on package location and status throughout the entire delivery journey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6342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837736"/>
            <a:ext cx="343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Role-Based Dashboards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32815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Customized interfaces tailored to each user role's specific needs and permissions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83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63428"/>
            <a:ext cx="4196358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837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Report Generation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32815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Export detailed shipment reports to Excel format for analysis and record-keeping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3071"/>
            <a:ext cx="6407944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697379"/>
            <a:ext cx="32286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8779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Protected login system with encrypted credentials and session management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3071"/>
            <a:ext cx="6407944" cy="3048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6973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Status Updates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8779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tracking status progression: Pending, In Progress, Delivered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1956"/>
            <a:ext cx="60147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9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00306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system control with comprehensive analytics, user management, and operational oversight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638943" y="2637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Agent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38943" y="3218855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Branch-specific data management with shipment creation and reporting tools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5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Dashboard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756196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 tracking interface allowing customers to monitor shipments using tracking IDs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38943" y="4993600"/>
            <a:ext cx="29663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38943" y="557474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Three-tier structure providing appropriate access levels and data security for each user type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57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78142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412212"/>
            <a:ext cx="3311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Operational Excellence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90263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Eliminates manual processes, reducing errors and improving overall efficiency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278142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412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Enhanced Tracking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390263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visibility into shipment status for better customer experience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278142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4122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Scalable Design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390263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Architecture ready for future enhancements and expanded functionality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586684"/>
            <a:ext cx="13042821" cy="3595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1133951" y="613290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"ConsignX transforms courier management from manual, error-prone operations into a streamlined, transparent, and customer-centric system."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877758"/>
            <a:ext cx="30480" cy="1236107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1320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3749159"/>
            <a:ext cx="538543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Questions &amp; Discussion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6562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more information about ConsignX, please contact our project team.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5274350"/>
            <a:ext cx="13042821" cy="963811"/>
          </a:xfrm>
          <a:prstGeom prst="roundRect">
            <a:avLst>
              <a:gd name="adj" fmla="val 21181"/>
            </a:avLst>
          </a:prstGeom>
          <a:solidFill>
            <a:srgbClr val="CCE6D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03200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55783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Type:</a:t>
            </a: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</a:t>
            </a:r>
            <a:r>
              <a:rPr lang="en-US" sz="1750" baseline="30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nd</a:t>
            </a: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Semester Project | </a:t>
            </a:r>
            <a:r>
              <a:rPr lang="en-US" sz="17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System:</a:t>
            </a: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Courier Management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528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Fraunces Extra Bold</vt:lpstr>
      <vt:lpstr>Fraunces Light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Pc World</cp:lastModifiedBy>
  <cp:revision>3</cp:revision>
  <dcterms:created xsi:type="dcterms:W3CDTF">2026-03-30T10:24:05Z</dcterms:created>
  <dcterms:modified xsi:type="dcterms:W3CDTF">2026-03-30T11:25:28Z</dcterms:modified>
</cp:coreProperties>
</file>